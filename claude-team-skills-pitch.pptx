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97280"/>
            <a:ext cx="6400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spc="40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CLAUDE TEAM SKILLS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731520" y="21945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AI Specialists Working as One Team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301752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Brainstorm → Plan → Execute → Ship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Interactive, token-efficient, YAGNI-driven</a:t>
            </a:r>
            <a:endParaRPr lang="en-US" sz="14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0" y="2743200"/>
            <a:ext cx="1371600" cy="13716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8" name="Text 5"/>
          <p:cNvSpPr/>
          <p:nvPr/>
        </p:nvSpPr>
        <p:spPr>
          <a:xfrm>
            <a:off x="731520" y="4754880"/>
            <a:ext cx="768096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Claude Code  |  Open Source  |  Token-Efficient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coding assistants are powerful.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But they lack team structure.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2011680"/>
            <a:ext cx="7680960" cy="594360"/>
          </a:xfrm>
          <a:prstGeom prst="rect">
            <a:avLst/>
          </a:prstGeom>
          <a:solidFill>
            <a:srgbClr val="F1F5F9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2103120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63040" y="201168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Specialization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3840480" y="2011680"/>
            <a:ext cx="4389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responses instead of expert-level output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731520" y="2743200"/>
            <a:ext cx="7680960" cy="59436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834640"/>
            <a:ext cx="365760" cy="36576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463040" y="274320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Project Memory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3840480" y="2743200"/>
            <a:ext cx="4389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session starts from zero — decisions lost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731520" y="3474720"/>
            <a:ext cx="7680960" cy="594360"/>
          </a:xfrm>
          <a:prstGeom prst="rect">
            <a:avLst/>
          </a:prstGeom>
          <a:solidFill>
            <a:srgbClr val="F1F5F9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566160"/>
            <a:ext cx="365760" cy="36576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463040" y="347472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Workflow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3840480" y="3474720"/>
            <a:ext cx="4389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manage the process manually every time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731520" y="4206240"/>
            <a:ext cx="7680960" cy="59436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4297680"/>
            <a:ext cx="365760" cy="36576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463040" y="420624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Waste</a:t>
            </a:r>
            <a:endParaRPr lang="en-US" sz="1400" dirty="0"/>
          </a:p>
        </p:txBody>
      </p:sp>
      <p:sp>
        <p:nvSpPr>
          <p:cNvPr id="19" name="Text 13"/>
          <p:cNvSpPr/>
          <p:nvPr/>
        </p:nvSpPr>
        <p:spPr>
          <a:xfrm>
            <a:off x="3840480" y="4206240"/>
            <a:ext cx="4389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Loading unnecessary context burns through budget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7315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Virtual Team That Works Like a Real One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645920"/>
            <a:ext cx="2651760" cy="292608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645920"/>
            <a:ext cx="2651760" cy="54864"/>
          </a:xfrm>
          <a:prstGeom prst="rect">
            <a:avLst/>
          </a:prstGeom>
          <a:solidFill>
            <a:srgbClr val="3B82F6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63040" y="1920240"/>
            <a:ext cx="548640" cy="5486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40080" y="26060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19 Specialists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640080" y="3017520"/>
            <a:ext cx="2286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PM, Scrum, Tech Lead, Security,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DBA, UX, UI, Backend, Frontend,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Tester, DevOps, Deployment,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Marketing, Copy, Content,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Creative Intelligence, Test Architect,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337560" y="1645920"/>
            <a:ext cx="2651760" cy="292608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337560" y="1645920"/>
            <a:ext cx="2651760" cy="54864"/>
          </a:xfrm>
          <a:prstGeom prst="rect">
            <a:avLst/>
          </a:prstGeom>
          <a:solidFill>
            <a:srgbClr val="06B6D4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3400" y="1920240"/>
            <a:ext cx="548640" cy="54864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520440" y="26060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Smart Orchestrator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3520440" y="3017520"/>
            <a:ext cx="2286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 your request to the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specialist automatically.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Loads ONE skill at a time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save tokens.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6217920" y="1645920"/>
            <a:ext cx="2651760" cy="292608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217920" y="1645920"/>
            <a:ext cx="2651760" cy="54864"/>
          </a:xfrm>
          <a:prstGeom prst="rect">
            <a:avLst/>
          </a:prstGeom>
          <a:solidFill>
            <a:srgbClr val="10B981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3760" y="1920240"/>
            <a:ext cx="548640" cy="54864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400800" y="26060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Project Memory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6400800" y="3017520"/>
            <a:ext cx="2286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 everything: decisions,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issues, risks, progress.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 any session exactly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you left off.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7315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Interactive Workflow in 6 Phases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1554480"/>
            <a:ext cx="1280160" cy="237744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554480"/>
            <a:ext cx="1280160" cy="457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1828800"/>
            <a:ext cx="457200" cy="45720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365760" y="242316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UNDERSTAND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2834640"/>
            <a:ext cx="1188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What, where, how big?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737360" y="1554480"/>
            <a:ext cx="1280160" cy="237744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737360" y="1554480"/>
            <a:ext cx="1280160" cy="4572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2" name="Shape 10"/>
          <p:cNvSpPr/>
          <p:nvPr/>
        </p:nvSpPr>
        <p:spPr>
          <a:xfrm>
            <a:off x="2148840" y="1828800"/>
            <a:ext cx="457200" cy="457200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13" name="Text 11"/>
          <p:cNvSpPr/>
          <p:nvPr/>
        </p:nvSpPr>
        <p:spPr>
          <a:xfrm>
            <a:off x="2148840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783080" y="242316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BRAINSTORM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783080" y="2834640"/>
            <a:ext cx="1188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→ Complex options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154680" y="1554480"/>
            <a:ext cx="1280160" cy="237744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154680" y="1554480"/>
            <a:ext cx="1280160" cy="457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8" name="Shape 16"/>
          <p:cNvSpPr/>
          <p:nvPr/>
        </p:nvSpPr>
        <p:spPr>
          <a:xfrm>
            <a:off x="3566160" y="1828800"/>
            <a:ext cx="457200" cy="45720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9" name="Text 17"/>
          <p:cNvSpPr/>
          <p:nvPr/>
        </p:nvSpPr>
        <p:spPr>
          <a:xfrm>
            <a:off x="3566160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3200400" y="242316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PLAN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200400" y="2834640"/>
            <a:ext cx="1188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Batched tasks with estimates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0" y="1554480"/>
            <a:ext cx="1280160" cy="237744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572000" y="1554480"/>
            <a:ext cx="1280160" cy="457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4" name="Shape 22"/>
          <p:cNvSpPr/>
          <p:nvPr/>
        </p:nvSpPr>
        <p:spPr>
          <a:xfrm>
            <a:off x="4983480" y="1828800"/>
            <a:ext cx="457200" cy="45720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5" name="Text 23"/>
          <p:cNvSpPr/>
          <p:nvPr/>
        </p:nvSpPr>
        <p:spPr>
          <a:xfrm>
            <a:off x="4983480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4617720" y="242316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EXECUTE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617720" y="2834640"/>
            <a:ext cx="1188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task at a time, interactive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989320" y="1554480"/>
            <a:ext cx="1280160" cy="237744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5989320" y="1554480"/>
            <a:ext cx="1280160" cy="4572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30" name="Shape 28"/>
          <p:cNvSpPr/>
          <p:nvPr/>
        </p:nvSpPr>
        <p:spPr>
          <a:xfrm>
            <a:off x="6400800" y="1828800"/>
            <a:ext cx="457200" cy="45720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31" name="Text 29"/>
          <p:cNvSpPr/>
          <p:nvPr/>
        </p:nvSpPr>
        <p:spPr>
          <a:xfrm>
            <a:off x="6400800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6035040" y="242316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VERIFY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035040" y="2834640"/>
            <a:ext cx="1188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Test, security check, QA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7406640" y="1554480"/>
            <a:ext cx="1280160" cy="237744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7406640" y="1554480"/>
            <a:ext cx="1280160" cy="457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6" name="Shape 34"/>
          <p:cNvSpPr/>
          <p:nvPr/>
        </p:nvSpPr>
        <p:spPr>
          <a:xfrm>
            <a:off x="7818120" y="1828800"/>
            <a:ext cx="457200" cy="45720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37" name="Text 35"/>
          <p:cNvSpPr/>
          <p:nvPr/>
        </p:nvSpPr>
        <p:spPr>
          <a:xfrm>
            <a:off x="7818120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7452360" y="242316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SHIP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7452360" y="2834640"/>
            <a:ext cx="1188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Deploy, document, market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731520" y="4206240"/>
            <a:ext cx="7680960" cy="54864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41" name="Text 39"/>
          <p:cNvSpPr/>
          <p:nvPr/>
        </p:nvSpPr>
        <p:spPr>
          <a:xfrm>
            <a:off x="914400" y="42062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phase automatically logs activity, decisions, issues, and metrics to .logs/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TEAM — 19 SPECIALISTS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1920240" cy="77724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914400"/>
            <a:ext cx="54864" cy="77724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914400"/>
            <a:ext cx="1691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Orchestrator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560320" y="914400"/>
            <a:ext cx="1920240" cy="77724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560320" y="914400"/>
            <a:ext cx="54864" cy="77724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9" name="Text 7"/>
          <p:cNvSpPr/>
          <p:nvPr/>
        </p:nvSpPr>
        <p:spPr>
          <a:xfrm>
            <a:off x="2697480" y="914400"/>
            <a:ext cx="1691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Manager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63440" y="914400"/>
            <a:ext cx="1920240" cy="77724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63440" y="914400"/>
            <a:ext cx="54864" cy="77724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2" name="Text 10"/>
          <p:cNvSpPr/>
          <p:nvPr/>
        </p:nvSpPr>
        <p:spPr>
          <a:xfrm>
            <a:off x="4800600" y="914400"/>
            <a:ext cx="1691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 Master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766560" y="914400"/>
            <a:ext cx="1920240" cy="77724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766560" y="914400"/>
            <a:ext cx="54864" cy="77724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5" name="Text 13"/>
          <p:cNvSpPr/>
          <p:nvPr/>
        </p:nvSpPr>
        <p:spPr>
          <a:xfrm>
            <a:off x="6903720" y="914400"/>
            <a:ext cx="1691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Lead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1920240"/>
            <a:ext cx="1920240" cy="77724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1920240"/>
            <a:ext cx="54864" cy="77724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8" name="Text 16"/>
          <p:cNvSpPr/>
          <p:nvPr/>
        </p:nvSpPr>
        <p:spPr>
          <a:xfrm>
            <a:off x="594360" y="1920240"/>
            <a:ext cx="1691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Engineer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560320" y="1920240"/>
            <a:ext cx="1920240" cy="77724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560320" y="1920240"/>
            <a:ext cx="54864" cy="77724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21" name="Text 19"/>
          <p:cNvSpPr/>
          <p:nvPr/>
        </p:nvSpPr>
        <p:spPr>
          <a:xfrm>
            <a:off x="2697480" y="1920240"/>
            <a:ext cx="1691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DBA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663440" y="1920240"/>
            <a:ext cx="1920240" cy="77724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663440" y="1920240"/>
            <a:ext cx="54864" cy="77724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24" name="Text 22"/>
          <p:cNvSpPr/>
          <p:nvPr/>
        </p:nvSpPr>
        <p:spPr>
          <a:xfrm>
            <a:off x="4800600" y="1920240"/>
            <a:ext cx="1691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UX Designer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766560" y="1920240"/>
            <a:ext cx="1920240" cy="77724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766560" y="1920240"/>
            <a:ext cx="54864" cy="77724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27" name="Text 25"/>
          <p:cNvSpPr/>
          <p:nvPr/>
        </p:nvSpPr>
        <p:spPr>
          <a:xfrm>
            <a:off x="6903720" y="1920240"/>
            <a:ext cx="1691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Designer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57200" y="2926080"/>
            <a:ext cx="1920240" cy="77724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57200" y="2926080"/>
            <a:ext cx="54864" cy="77724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0" name="Text 28"/>
          <p:cNvSpPr/>
          <p:nvPr/>
        </p:nvSpPr>
        <p:spPr>
          <a:xfrm>
            <a:off x="594360" y="2926080"/>
            <a:ext cx="1691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Dev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2560320" y="2926080"/>
            <a:ext cx="1920240" cy="77724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2560320" y="2926080"/>
            <a:ext cx="54864" cy="77724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3" name="Text 31"/>
          <p:cNvSpPr/>
          <p:nvPr/>
        </p:nvSpPr>
        <p:spPr>
          <a:xfrm>
            <a:off x="2697480" y="2926080"/>
            <a:ext cx="1691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Dev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663440" y="2926080"/>
            <a:ext cx="1920240" cy="77724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663440" y="2926080"/>
            <a:ext cx="54864" cy="77724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6" name="Text 34"/>
          <p:cNvSpPr/>
          <p:nvPr/>
        </p:nvSpPr>
        <p:spPr>
          <a:xfrm>
            <a:off x="4800600" y="2926080"/>
            <a:ext cx="1691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Tester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6766560" y="2926080"/>
            <a:ext cx="1920240" cy="77724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6766560" y="2926080"/>
            <a:ext cx="54864" cy="77724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9" name="Text 37"/>
          <p:cNvSpPr/>
          <p:nvPr/>
        </p:nvSpPr>
        <p:spPr>
          <a:xfrm>
            <a:off x="6903720" y="2926080"/>
            <a:ext cx="1691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Architect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57200" y="3931920"/>
            <a:ext cx="1920240" cy="77724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457200" y="3931920"/>
            <a:ext cx="54864" cy="7772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2" name="Text 40"/>
          <p:cNvSpPr/>
          <p:nvPr/>
        </p:nvSpPr>
        <p:spPr>
          <a:xfrm>
            <a:off x="594360" y="3931920"/>
            <a:ext cx="1691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2560320" y="3931920"/>
            <a:ext cx="1920240" cy="77724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2560320" y="3931920"/>
            <a:ext cx="54864" cy="7772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5" name="Text 43"/>
          <p:cNvSpPr/>
          <p:nvPr/>
        </p:nvSpPr>
        <p:spPr>
          <a:xfrm>
            <a:off x="2697480" y="3931920"/>
            <a:ext cx="1691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DevOps/DevSecOps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4663440" y="3931920"/>
            <a:ext cx="1920240" cy="77724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4663440" y="3931920"/>
            <a:ext cx="54864" cy="7772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8" name="Text 46"/>
          <p:cNvSpPr/>
          <p:nvPr/>
        </p:nvSpPr>
        <p:spPr>
          <a:xfrm>
            <a:off x="4800600" y="3931920"/>
            <a:ext cx="1691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Creative Intelligence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6766560" y="3931920"/>
            <a:ext cx="1920240" cy="77724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6766560" y="3931920"/>
            <a:ext cx="54864" cy="7772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51" name="Text 49"/>
          <p:cNvSpPr/>
          <p:nvPr/>
        </p:nvSpPr>
        <p:spPr>
          <a:xfrm>
            <a:off x="6903720" y="3931920"/>
            <a:ext cx="1691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Marketer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457200" y="4937760"/>
            <a:ext cx="1920240" cy="77724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53" name="Shape 51"/>
          <p:cNvSpPr/>
          <p:nvPr/>
        </p:nvSpPr>
        <p:spPr>
          <a:xfrm>
            <a:off x="457200" y="4937760"/>
            <a:ext cx="54864" cy="77724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54" name="Text 52"/>
          <p:cNvSpPr/>
          <p:nvPr/>
        </p:nvSpPr>
        <p:spPr>
          <a:xfrm>
            <a:off x="594360" y="4937760"/>
            <a:ext cx="1691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Copywriter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2560320" y="4937760"/>
            <a:ext cx="1920240" cy="77724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56" name="Shape 54"/>
          <p:cNvSpPr/>
          <p:nvPr/>
        </p:nvSpPr>
        <p:spPr>
          <a:xfrm>
            <a:off x="2560320" y="4937760"/>
            <a:ext cx="54864" cy="77724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57" name="Text 55"/>
          <p:cNvSpPr/>
          <p:nvPr/>
        </p:nvSpPr>
        <p:spPr>
          <a:xfrm>
            <a:off x="2697480" y="4937760"/>
            <a:ext cx="1691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Marketer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4663440" y="4937760"/>
            <a:ext cx="1920240" cy="77724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59" name="Shape 57"/>
          <p:cNvSpPr/>
          <p:nvPr/>
        </p:nvSpPr>
        <p:spPr>
          <a:xfrm>
            <a:off x="4663440" y="4937760"/>
            <a:ext cx="54864" cy="77724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60" name="Text 58"/>
          <p:cNvSpPr/>
          <p:nvPr/>
        </p:nvSpPr>
        <p:spPr>
          <a:xfrm>
            <a:off x="4800600" y="4937760"/>
            <a:ext cx="1691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61" name="Shape 59"/>
          <p:cNvSpPr/>
          <p:nvPr/>
        </p:nvSpPr>
        <p:spPr>
          <a:xfrm>
            <a:off x="6766560" y="4937760"/>
            <a:ext cx="1920240" cy="77724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62" name="Shape 60"/>
          <p:cNvSpPr/>
          <p:nvPr/>
        </p:nvSpPr>
        <p:spPr>
          <a:xfrm>
            <a:off x="6766560" y="4937760"/>
            <a:ext cx="54864" cy="77724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63" name="Text 61"/>
          <p:cNvSpPr/>
          <p:nvPr/>
        </p:nvSpPr>
        <p:spPr>
          <a:xfrm>
            <a:off x="6903720" y="4937760"/>
            <a:ext cx="1691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64" name="Shape 62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65" name="Shape 63"/>
          <p:cNvSpPr/>
          <p:nvPr/>
        </p:nvSpPr>
        <p:spPr>
          <a:xfrm>
            <a:off x="457200" y="4572000"/>
            <a:ext cx="8229600" cy="54864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66" name="Text 64"/>
          <p:cNvSpPr/>
          <p:nvPr/>
        </p:nvSpPr>
        <p:spPr>
          <a:xfrm>
            <a:off x="640080" y="457200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Monitor — Logs everything, measures KPIs, generates reports, enables session resumption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731520" y="914400"/>
            <a:ext cx="7680960" cy="82296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31520" y="914400"/>
            <a:ext cx="54864" cy="82296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5" name="Shape 3"/>
          <p:cNvSpPr/>
          <p:nvPr/>
        </p:nvSpPr>
        <p:spPr>
          <a:xfrm>
            <a:off x="1005840" y="1051560"/>
            <a:ext cx="502920" cy="502920"/>
          </a:xfrm>
          <a:prstGeom prst="ellipse">
            <a:avLst/>
          </a:prstGeom>
          <a:solidFill>
            <a:srgbClr val="10B981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1115568"/>
            <a:ext cx="320040" cy="320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37360" y="96012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YAGNI-Driven Design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737360" y="12801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decision starts with the simplest option. Build only what's needed NOW. No premature optimization, no speculative architecture.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731520" y="1920240"/>
            <a:ext cx="7680960" cy="82296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731520" y="1920240"/>
            <a:ext cx="54864" cy="82296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1" name="Shape 8"/>
          <p:cNvSpPr/>
          <p:nvPr/>
        </p:nvSpPr>
        <p:spPr>
          <a:xfrm>
            <a:off x="1005840" y="2057400"/>
            <a:ext cx="502920" cy="502920"/>
          </a:xfrm>
          <a:prstGeom prst="ellipse">
            <a:avLst/>
          </a:prstGeom>
          <a:solidFill>
            <a:srgbClr val="3B82F6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2121408"/>
            <a:ext cx="320040" cy="32004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737360" y="196596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Token-Efficient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1737360" y="228600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ONE specialist at a time. 2-line handoff summaries. ~3-8K tokens for a bug fix vs 25K+ loading everything at once.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731520" y="2926080"/>
            <a:ext cx="7680960" cy="82296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731520" y="2926080"/>
            <a:ext cx="54864" cy="82296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7" name="Shape 13"/>
          <p:cNvSpPr/>
          <p:nvPr/>
        </p:nvSpPr>
        <p:spPr>
          <a:xfrm>
            <a:off x="1005840" y="3063240"/>
            <a:ext cx="502920" cy="502920"/>
          </a:xfrm>
          <a:prstGeom prst="ellipse">
            <a:avLst/>
          </a:prstGeom>
          <a:solidFill>
            <a:srgbClr val="06B6D4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3127248"/>
            <a:ext cx="320040" cy="32004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737360" y="297180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Full Project Monitoring</a:t>
            </a:r>
            <a:endParaRPr lang="en-US" sz="1500" dirty="0"/>
          </a:p>
        </p:txBody>
      </p:sp>
      <p:sp>
        <p:nvSpPr>
          <p:cNvPr id="20" name="Text 15"/>
          <p:cNvSpPr/>
          <p:nvPr/>
        </p:nvSpPr>
        <p:spPr>
          <a:xfrm>
            <a:off x="1737360" y="32918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structured log files track activity, decisions, issues, risks, corrections, communications, sessions, and metrics.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731520" y="3931920"/>
            <a:ext cx="7680960" cy="82296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731520" y="393192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3" name="Shape 18"/>
          <p:cNvSpPr/>
          <p:nvPr/>
        </p:nvSpPr>
        <p:spPr>
          <a:xfrm>
            <a:off x="1005840" y="4069080"/>
            <a:ext cx="502920" cy="502920"/>
          </a:xfrm>
          <a:prstGeom prst="ellipse">
            <a:avLst/>
          </a:prstGeom>
          <a:solidFill>
            <a:srgbClr val="F59E0B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7280" y="4133088"/>
            <a:ext cx="320040" cy="32004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737360" y="397764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 Workflow Templates</a:t>
            </a:r>
            <a:endParaRPr lang="en-US" sz="1500" dirty="0"/>
          </a:p>
        </p:txBody>
      </p:sp>
      <p:sp>
        <p:nvSpPr>
          <p:cNvPr id="26" name="Text 20"/>
          <p:cNvSpPr/>
          <p:nvPr/>
        </p:nvSpPr>
        <p:spPr>
          <a:xfrm>
            <a:off x="1737360" y="429768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Pre-built paths for: Bug Fix, Feature, New Project, Refactor, Security Audit, UX/UI Design, Database Design, and more.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vs AFTER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3931920" cy="45720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91440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Claude Team Skills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14630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Generic AI responses for every task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19202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You manage the workflow manually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23774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Decisions lost between sessions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28346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No security review unless you ask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32918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Full context loaded every time (token waste)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37490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No metrics or project visibility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" y="42062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Start from scratch every session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54880" y="914400"/>
            <a:ext cx="3931920" cy="4572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4" name="Text 12"/>
          <p:cNvSpPr/>
          <p:nvPr/>
        </p:nvSpPr>
        <p:spPr>
          <a:xfrm>
            <a:off x="4754880" y="91440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Claude Team Skills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937760" y="14630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Expert specialist for each domain (19 total)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937760" y="19202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Document-first: PRD → Architecture → Stories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937760" y="23774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Full decision &amp; activity log persists across sessions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937760" y="28346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Adversarial review hunts edge cases &amp; blind spots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937760" y="32918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Lazy-load: ONE skill at a time (~70% token savings)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937760" y="37490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Creative Intelligence Suite for structured ideation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937760" y="42062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KPIs, status reports, retrospectives on demand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CLAUDE TEAM SKILLS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7315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Measurable Improvements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1965960" cy="137160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55448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70%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57200" y="219456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Savings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loading all context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606040" y="1463040"/>
            <a:ext cx="1965960" cy="137160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606040" y="155448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3B82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19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2606040" y="219456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 Specialists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loaded on demand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754880" y="1463040"/>
            <a:ext cx="1965960" cy="137160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754880" y="155448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6B6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13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4754880" y="219456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Templates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to use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903720" y="1463040"/>
            <a:ext cx="1965960" cy="137160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903720" y="155448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8B5C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6903720" y="219456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Files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tracking everything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31520" y="310896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Improvements Over Generic AI</a:t>
            </a:r>
            <a:endParaRPr lang="en-US" sz="1600" dirty="0"/>
          </a:p>
        </p:txBody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3566160"/>
            <a:ext cx="182880" cy="182880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1005840" y="35204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YAGNI enforcement prevents over-engineering at every decision point</a:t>
            </a:r>
            <a:endParaRPr lang="en-US" sz="1100" dirty="0"/>
          </a:p>
        </p:txBody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3858768"/>
            <a:ext cx="182880" cy="182880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1005840" y="3813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Document-first chain: PRD → Architecture → Stories ensures zero context loss</a:t>
            </a:r>
            <a:endParaRPr lang="en-US" sz="1100" dirty="0"/>
          </a:p>
        </p:txBody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4151376"/>
            <a:ext cx="182880" cy="18288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1005840" y="410565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Adversarial review + edge case hunting catches what normal testing misses</a:t>
            </a:r>
            <a:endParaRPr lang="en-US" sz="1100" dirty="0"/>
          </a:p>
        </p:txBody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4443984"/>
            <a:ext cx="182880" cy="18288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005840" y="43982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Creative Intelligence Suite for structured brainstorming and design thinking</a:t>
            </a:r>
            <a:endParaRPr lang="en-US" sz="1100" dirty="0"/>
          </a:p>
        </p:txBody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4736592"/>
            <a:ext cx="182880" cy="182880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1005840" y="46908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review integrated into every feature workflow, not an afterthought</a:t>
            </a:r>
            <a:endParaRPr lang="en-US" sz="1100" dirty="0"/>
          </a:p>
        </p:txBody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" y="5029200"/>
            <a:ext cx="182880" cy="182880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1005840" y="4983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measurement enables data-driven project management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73152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GET STARTED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1371600" y="1828800"/>
            <a:ext cx="411480" cy="41148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5" name="Text 3"/>
          <p:cNvSpPr/>
          <p:nvPr/>
        </p:nvSpPr>
        <p:spPr>
          <a:xfrm>
            <a:off x="1371600" y="18288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2011680" y="182880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claude-team-skills-final.tar.gz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371600" y="2468880"/>
            <a:ext cx="411480" cy="41148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8" name="Text 6"/>
          <p:cNvSpPr/>
          <p:nvPr/>
        </p:nvSpPr>
        <p:spPr>
          <a:xfrm>
            <a:off x="1371600" y="24688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2011680" y="246888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into your project root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371600" y="3108960"/>
            <a:ext cx="411480" cy="41148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1" name="Text 9"/>
          <p:cNvSpPr/>
          <p:nvPr/>
        </p:nvSpPr>
        <p:spPr>
          <a:xfrm>
            <a:off x="1371600" y="31089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011680" y="310896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CLAUDE.md to project root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371600" y="3749040"/>
            <a:ext cx="411480" cy="41148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4" name="Text 12"/>
          <p:cNvSpPr/>
          <p:nvPr/>
        </p:nvSpPr>
        <p:spPr>
          <a:xfrm>
            <a:off x="1371600" y="37490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2011680" y="374904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Claude Code and start working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31520" y="420624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 describe what you need — the orchestrator handles the rest.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4754880"/>
            <a:ext cx="768096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files  |  5,500+ lines  |  63K compressed  |  Zero dependencies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Claude Team Skills — Pitch Deck</dc:title>
  <dc:subject>PptxGenJS Presentation</dc:subject>
  <dc:creator>Claude Team Skills</dc:creator>
  <cp:lastModifiedBy>Claude Team Skills</cp:lastModifiedBy>
  <cp:revision>1</cp:revision>
  <dcterms:created xsi:type="dcterms:W3CDTF">2026-04-05T07:21:12Z</dcterms:created>
  <dcterms:modified xsi:type="dcterms:W3CDTF">2026-04-05T07:21:12Z</dcterms:modified>
</cp:coreProperties>
</file>